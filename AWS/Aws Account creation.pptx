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8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D4CC6-CB7C-4C2E-9B5A-5718BA715D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C768E8-0814-45C8-8581-64D6AD96C7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CEEC7-1BE9-4960-97D2-9C22C33A9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9272-4B3F-466F-A448-4AAADDEE4B57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DFF71-00FD-4B89-91A0-18341015F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A70B2-6791-4A26-9E05-D54575D54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6261-BCB0-4193-BAA0-E5E0E4D03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634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D69BA-3565-4A71-B464-C5E8DDC11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30F82-E34C-478D-9E9C-22D652CEC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E52EF-D510-4EC6-994F-C0326FD4F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9272-4B3F-466F-A448-4AAADDEE4B57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5E0CF-59BD-4C87-BFAC-B532BF1EB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907FA-A828-4D53-9C1E-33F5F438B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6261-BCB0-4193-BAA0-E5E0E4D03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414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3DE9F-BA68-484E-A644-A4759EA6D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4D1FA-B220-46B5-B972-B2BD6C56C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1F987-DEFF-41B5-B675-98DD6BC8E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9272-4B3F-466F-A448-4AAADDEE4B57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A4B1D-86F5-4220-87EE-44401FF14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01AB3-D72A-4BE3-A941-F5C31BCA3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6261-BCB0-4193-BAA0-E5E0E4D03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01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81BDC-CFC1-4277-972B-20BC819F7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2FDF6-57DD-4150-BE6D-7087830C51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68734F-0C98-4CAB-809A-7DB52AF00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FB88F6-77BF-4BB0-A3A2-05115A548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9272-4B3F-466F-A448-4AAADDEE4B57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15C6B-46AD-4BF3-A339-F0A18C94A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54B13-4411-4735-B1AB-569595FE3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6261-BCB0-4193-BAA0-E5E0E4D03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688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F7725-9CAA-4B39-A70E-FD046F90F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8EF26-CE2D-4FBA-A8DA-D26DC97AE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7B9FBF-BFC0-4106-9678-51EFFF3117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20D6C4-3162-4642-A30D-422DAACD2B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83FF8-8828-4FDF-A18E-77099367DC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1DDA6E-5573-420A-9110-6A8839B01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9272-4B3F-466F-A448-4AAADDEE4B57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5AC393-A277-49CD-9BD9-2ABC00999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D77CF8-4A0E-447D-9C4F-74EA5B6C0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6261-BCB0-4193-BAA0-E5E0E4D03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504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B61BE-C076-43B6-951E-94839A9FE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7D9535-9411-4900-8480-674773670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9272-4B3F-466F-A448-4AAADDEE4B57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9D4A3C-9E4F-4AB2-A701-BF2E0F783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E0AA17-BFC9-4C5B-8042-16CF3A40A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6261-BCB0-4193-BAA0-E5E0E4D03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861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50F19B-F015-433E-B1F4-D4F2667F0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9272-4B3F-466F-A448-4AAADDEE4B57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667537-108C-4A8F-A3BE-A411C288F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1390F2-B1C5-452B-900E-5C5B575C6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6261-BCB0-4193-BAA0-E5E0E4D03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142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DFDEB-D5B3-4D6C-9882-D5A07FE2C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C14C7-7F6B-4447-B6A2-AD0541D03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3B8AA7-5683-48F1-9F82-2499ED2315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2C23F5-B8E0-4620-91AF-AEA49E820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9272-4B3F-466F-A448-4AAADDEE4B57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2755CF-2F49-4DA4-9A09-3377ABB93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F09FB5-FFDE-46C8-AC2A-555351B1B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6261-BCB0-4193-BAA0-E5E0E4D03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011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8D3A4-D828-4E8F-8955-8A5B3773C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025FB0-128C-4BC5-B7B2-34E5D783B1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597DFE-507F-480C-88B1-6F88B5A884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BA536-B828-44F1-97FA-13D59D04E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9272-4B3F-466F-A448-4AAADDEE4B57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52517-F164-42CA-817D-BC8EB3014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52599-863A-4840-A32E-46F6F7A0B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6261-BCB0-4193-BAA0-E5E0E4D03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34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31517-D437-40F1-ACBB-D15EFFB05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34B62F-1F17-44CC-8F4A-DE4C203E4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2CCAC-B400-4210-A6CE-CA2AE348D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9272-4B3F-466F-A448-4AAADDEE4B57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7CEBD-B676-4077-A1B6-AA5588444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0EF38-6987-4F96-862F-41511E7B3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6261-BCB0-4193-BAA0-E5E0E4D03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004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50F407-5994-4C9C-A9D1-EB756C643A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47AA1E-7E24-4CEC-A8C6-D2A78EB828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BE5F2-6130-4DF3-A1A3-B418A23E6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9272-4B3F-466F-A448-4AAADDEE4B57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5AA0A-1A9B-402A-BE91-5D3599067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FE762-8CC7-47CD-A315-5E19D2760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6261-BCB0-4193-BAA0-E5E0E4D03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321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FD3CD7-AAA5-4813-A87F-7EDBC0B89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FF6F0-5135-43BA-A75E-8121E7562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A52DF-E86C-4F20-90B8-F314BF49B3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89272-4B3F-466F-A448-4AAADDEE4B57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6A6A6-11CB-4C88-9351-01203544F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349B8-83B0-4D56-9B3F-3F6D78D45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96261-BCB0-4193-BAA0-E5E0E4D03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46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5C431D-AA92-4011-8204-19DE6488C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18" y="0"/>
            <a:ext cx="114805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042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E864EE-C347-49C2-9BBD-57EAC8D7C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1025"/>
            <a:ext cx="12192000" cy="34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207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5F7F71-F51C-4718-AB43-BDD7D11CA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653" y="980733"/>
            <a:ext cx="5858693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435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30E786-C350-4FD6-BFCB-1FD1D655B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355" y="0"/>
            <a:ext cx="104312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971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7BA489-F5C2-4928-9CBA-2E1D82475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151" y="442495"/>
            <a:ext cx="9659698" cy="597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827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72300F-BEC3-4AEF-A83C-32C9CBD11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25" y="389128"/>
            <a:ext cx="4553585" cy="22101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7C3466-27B3-4DDC-8B6C-A1BA308A3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349" y="0"/>
            <a:ext cx="4401164" cy="632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900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10C286-C638-4775-BD6F-5F359FD19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49" y="0"/>
            <a:ext cx="98873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249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BF2F3F-46B8-4887-8B6F-888492DB0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799" y="0"/>
            <a:ext cx="49084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363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B70484-9670-4D78-86A2-A8AE9F1CD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81" y="361522"/>
            <a:ext cx="5751579" cy="52839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76B75C-3318-49FE-98A3-ECCA0E3D0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095" y="223390"/>
            <a:ext cx="2838846" cy="641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101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DA73F9-274C-4FFB-AD06-9051FB2D7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747" y="177685"/>
            <a:ext cx="5887272" cy="580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471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AB190E-E531-40A6-867B-94107DD73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277"/>
            <a:ext cx="6147971" cy="51087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68EF49-18B9-4723-AFD4-BF87684C1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971" y="499366"/>
            <a:ext cx="5623271" cy="585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579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954791-243B-4CEF-86C1-B996BA5FA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171" y="0"/>
            <a:ext cx="74896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339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349B02-7220-444B-B402-99C569407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046" y="351995"/>
            <a:ext cx="9373908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083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4700CB-EECF-4202-8C16-D27E8C76F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404" y="0"/>
            <a:ext cx="68151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931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5E5251-88EC-4915-8AA2-481E003B9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177" y="299601"/>
            <a:ext cx="9097645" cy="625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906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2C6AD2-B23B-45E0-952A-1C67668D88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744" r="679" b="8479"/>
          <a:stretch/>
        </p:blipFill>
        <p:spPr>
          <a:xfrm>
            <a:off x="0" y="550415"/>
            <a:ext cx="12109142" cy="553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931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Mukund Deotale</dc:creator>
  <cp:lastModifiedBy>Mukund Deotale</cp:lastModifiedBy>
  <cp:revision>8</cp:revision>
  <dcterms:created xsi:type="dcterms:W3CDTF">2025-07-25T06:34:03Z</dcterms:created>
  <dcterms:modified xsi:type="dcterms:W3CDTF">2025-07-25T17:45:01Z</dcterms:modified>
</cp:coreProperties>
</file>